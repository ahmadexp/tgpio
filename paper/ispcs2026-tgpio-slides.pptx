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4572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gpi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640080"/>
            <a:ext cx="4441371" cy="1554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468880"/>
            <a:ext cx="103628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Time-Aware GPIO on Linux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2200" b="0" i="0">
                <a:solidFill>
                  <a:srgbClr val="F2F5F8"/>
                </a:solidFill>
                <a:latin typeface="Calibri"/>
              </a:rPr>
              <a:t>Exposing firmware-undeclared Intel timed I/O through the PTP hardware clock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628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Ahmad Byagowi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600" b="0" i="0">
                <a:solidFill>
                  <a:srgbClr val="F2F5F8"/>
                </a:solidFill>
                <a:latin typeface="Calibri"/>
              </a:rPr>
              <a:t>ISPCS 2026 — International Symposium on Precision Clock Synchronization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600" b="0" i="0">
                <a:solidFill>
                  <a:srgbClr val="1F8A70"/>
                </a:solidFill>
                <a:latin typeface="Consolas"/>
              </a:rPr>
              <a:t>github.com/ahmadexp/TGPIO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Why timed I/O?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PTP / PTM make clocks comparable — but measurement and control need time attached to physical signals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TGPIO is the missing boundary: capture external edges, generate scheduled transitions, in platform time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Motivating case: GPS receiver PPS wired straight into a TGPIO input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GPS time reaches host timekeeping with no dedicated timing card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The OS becomes a time-aware participant in a TSN domain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The catch: on this platform the TGPIO blocks exist in silicon but are not declared by firmware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No ACPI device, no upstream driver binds — the hardware is invisible to Linux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hidden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Two Intel TGPIO blocks at fixed MMIO (</a:t>
            </a:r>
            <a:r>
              <a:rPr sz="1900" b="0" i="0">
                <a:solidFill>
                  <a:srgbClr val="1F8A70"/>
                </a:solidFill>
                <a:latin typeface="Consolas"/>
              </a:rPr>
              <a:t>0xFE001210 / 0xFE001310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, 0x38 span each)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Timebase: Always Running Timer (ART), 38.4 MHz nominal — one LSB ≈ 26 ns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Real oscillator rate calibrated at load; TSC/ART ratio 170/2 from CPUID leaf 0x15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Each block: external timestamp capture (input) or compare-driven periodic output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Registers speak raw ART cycles — capture values and compare/interval values alike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Driver maps the known addresses and presents each block as a standard PTP pin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91072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55F6B"/>
                </a:solidFill>
                <a:latin typeface="Calibri"/>
              </a:rPr>
              <a:t>Load only on platforms where the addresses are confirmed — the driver is intentionally platform-specific.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Driver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A software PHC layered on ART: anchor-plus-rate model </a:t>
            </a:r>
            <a:r>
              <a:rPr sz="1600" b="0" i="0">
                <a:solidFill>
                  <a:srgbClr val="555F6B"/>
                </a:solidFill>
                <a:latin typeface="Consolas"/>
              </a:rPr>
              <a:t>(anchor_art, anchor_ns, base_art_hz, scaled_ppm)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Standard ptp_clock_info: gettime / settime / adjtime / adjfine / extts / perout / crosststamp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Existing tooling just works: ts2phc, phc2sys, chrony, testptp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Polling capture path with stall watchdog; debugfs status + activity log via journalctl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Both blocks independent: any mix of input/output — set with </a:t>
            </a:r>
            <a:r>
              <a:rPr sz="1900" b="0" i="0">
                <a:solidFill>
                  <a:srgbClr val="1F8A70"/>
                </a:solidFill>
                <a:latin typeface="Consolas"/>
              </a:rPr>
              <a:t>TGPIO0=… TGPIO1=…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Three clock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1F8A70"/>
                </a:solidFill>
                <a:latin typeface="Consolas"/>
              </a:rPr>
              <a:t>phc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  (default) — adjustable ART-backed PHC; discipline it with ts2phc / phc2sys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1F8A70"/>
                </a:solidFill>
                <a:latin typeface="Consolas"/>
              </a:rPr>
              <a:t>art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  — free-running hardware timebase anchored to CLOCK_MONOTONIC_RAW; every adjustment rejected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1F8A70"/>
                </a:solidFill>
                <a:latin typeface="Consolas"/>
              </a:rPr>
              <a:t>realtime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  — the PTP clock IS CLOCK_REALTIME; adjustments steer the system clock itself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600" b="0" i="0">
                <a:solidFill>
                  <a:srgbClr val="555F6B"/>
                </a:solidFill>
                <a:latin typeface="Consolas"/>
              </a:rPr>
              <a:t>settime → do_settimeofday64; freq/offset → do_adjtimex (kprobe-resolved, not exported)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Hardware timestamps discipline the OS clock directly — validated with a chrony PHC refclock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All modes drive the same ART-domain registers underneath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What the silicon actually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1">
                <a:solidFill>
                  <a:srgbClr val="555F6B"/>
                </a:solidFill>
                <a:latin typeface="Calibri"/>
              </a:rPr>
              <a:t>Established by register-level experiments (devmem + logic analyzer), not the datasheet: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Single-shot output compares never fire — periodic mode is the only way to move the pin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The output level flop is write-only toggle history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Survives disable; EN=0 forces the line low but keeps the flop; unreadable from software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In-flight rewrites of the period (PIV) and compare (COMPV) registers are glitch-free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…but COMPV rewrites can register phantom events — pause event mode around the write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COMPV reads back live (COMPV = TCV + PIV); enabling with a past COMPV fires immediately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91072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55F6B"/>
                </a:solidFill>
                <a:latin typeface="Calibri"/>
              </a:rPr>
              <a:t>Several of these invalidated our earlier working theories — the paper documents the negative results too.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Deterministic output polarity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One bit of truth the hardware will not give back: is the pin currently high or low?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Driver keeps a software mirror of the flop, folded on every stop/re-arm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Drain-low across disables and module reloads; parity-aware slot selection on arm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Result: rising edges on the requested grid, every time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5/5 reloads, deliberate 300 ms PHC steps, phc2sys restarts — all correct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External correction path: a one-poke debugfs flip snapped a deliberately inverted waveform onto the grid without a glitch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Bonus (negative result): polarity is fundamentally unobservable from an external reference at 50% duty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Disciplining a free-running output — no restarts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Naive approach re-arms the waveform on every servo update → phase lottery + 40 µs/s rate error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Instead the output free-runs in hardware and the driver steers it in flight: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Calibrated base ART rate (not the 38.4 MHz nominal) anchors the clock model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Grid-aligned arms: first edge at start + k·period, never 'now'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Hot PIV refresh on every adjfine — the period tracks servo frequency continuously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Phase nudges via paused COMPV rewrite only beyond a 200 ns tolerance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Zero waveform restarts over multi-minute disciplined captures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Two discipline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102A43"/>
                </a:solidFill>
                <a:latin typeface="Calibri"/>
              </a:rPr>
              <a:t>phc2sys (PHC-to-PHC over PCIe)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Asymmetric read cost → constant ~2.4 µs systematic; needs one-shot calibration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Needs platform pinning: performance governor + /dev/cpu_dma_latency held at 0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102A43"/>
                </a:solidFill>
                <a:latin typeface="Calibri"/>
              </a:rPr>
              <a:t>ts2phc (ART-domain loop) — reference PPS wired into a TGPIO input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Capture and generation share the ART timebase — PCIe drops out of the loop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Uncalibrated systematic collapses to ~50 ns (≈ two ART cycles); no pinning needed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The input-capture path wins operationally — and it IS the GPS use case, with the atomic PPS standing in for a receiver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Evaluation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Reference: OCP TimeCard, atomic-clock (MAC) referenced 1 PPS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Instrument: Saleae Logic Pro 16, headless scripted captures, edge statistics vs the reference channel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DUT: Intel platform with the two hidden TGPIO blocks; block 0 input, block 1 output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Every number is wire-to-wire on the same instrument — including the TimeCard's own PPS as a fairness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91072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55F6B"/>
                </a:solidFill>
                <a:latin typeface="Calibri"/>
              </a:rPr>
              <a:t>Instrument crystal runs ~-7.4 ppm vs the atomic PPS; all measurements are differenced against the reference channel.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Results: within 100 ns of an atomic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10820095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6949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Signal (1 PPS vs atomic reference)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417320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Mean offset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417320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Std dev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84248"/>
            <a:ext cx="10820095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84248"/>
            <a:ext cx="6949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02A43"/>
                </a:solidFill>
                <a:latin typeface="Calibri"/>
              </a:rPr>
              <a:t>TGPIO output — phc2sys path, calibrated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984248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F8A70"/>
                </a:solidFill>
                <a:latin typeface="Calibri"/>
              </a:rPr>
              <a:t>+9 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984248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02A43"/>
                </a:solidFill>
                <a:latin typeface="Calibri"/>
              </a:rPr>
              <a:t>64 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551176"/>
            <a:ext cx="1082009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51176"/>
            <a:ext cx="6949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02A43"/>
                </a:solidFill>
                <a:latin typeface="Calibri"/>
              </a:rPr>
              <a:t>OCP TimeCard's own PPS output (same instrument)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551176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F8A70"/>
                </a:solidFill>
                <a:latin typeface="Calibri"/>
              </a:rPr>
              <a:t>−10 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551176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02A43"/>
                </a:solidFill>
                <a:latin typeface="Calibri"/>
              </a:rPr>
              <a:t>54 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118104"/>
            <a:ext cx="10820095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118104"/>
            <a:ext cx="6949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02A43"/>
                </a:solidFill>
                <a:latin typeface="Calibri"/>
              </a:rPr>
              <a:t>TGPIO output — ts2phc ART-domain loop, uncalibrated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118104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F8A70"/>
                </a:solidFill>
                <a:latin typeface="Calibri"/>
              </a:rPr>
              <a:t>−52 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118104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02A43"/>
                </a:solidFill>
                <a:latin typeface="Calibri"/>
              </a:rPr>
              <a:t>122 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685032"/>
            <a:ext cx="1082009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685032"/>
            <a:ext cx="6949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02A43"/>
                </a:solidFill>
                <a:latin typeface="Calibri"/>
              </a:rPr>
              <a:t>System clock via chrony PHC refclock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685032"/>
            <a:ext cx="1737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F8A70"/>
                </a:solidFill>
                <a:latin typeface="Calibri"/>
              </a:rPr>
              <a:t>−218 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685032"/>
            <a:ext cx="1554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02A43"/>
                </a:solidFill>
                <a:latin typeface="Calibri"/>
              </a:rPr>
              <a:t>11 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80560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The disciplined TGPIO output is statistically comparable to the dedicated timing card's own PPS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0" i="0">
                <a:solidFill>
                  <a:srgbClr val="102A43"/>
                </a:solidFill>
                <a:latin typeface="Calibri"/>
              </a:rPr>
              <a:t>Reference-wire noise floor on the instrument is 60–80 ns; residual spread is consistent with the 26 ns ART quantization step plus servo wander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Beyond PPS: the full feature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1F8A70"/>
                </a:solidFill>
                <a:latin typeface="Calibri"/>
              </a:rPr>
              <a:t>TDC mode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 — the two blocks become start/stop (selectable) for interval measurement, ~26 ns LSB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1F8A70"/>
                </a:solidFill>
                <a:latin typeface="Calibri"/>
              </a:rPr>
              <a:t>Output shaping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 — hardware asymmetric duty cycle, one-shot pulses (99.9990 ms measured for a 100 ms request)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1F8A70"/>
                </a:solidFill>
                <a:latin typeface="Calibri"/>
              </a:rPr>
              <a:t>Observability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 — input phase/interval statistics, per-edge verbose rounding reports, activity log in journalctl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1F8A70"/>
                </a:solidFill>
                <a:latin typeface="Calibri"/>
              </a:rPr>
              <a:t>Integration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 — kernel PPS sources, precise cross-timestamps (PTP_SYS_OFFSET_PRECISE), auto-polarity via loopback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1F8A70"/>
                </a:solidFill>
                <a:latin typeface="Calibri"/>
              </a:rPr>
              <a:t>Operations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 — stall watchdog, save-config persistence, comprehensive make help, GitHub wiki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Platform-specific by design: hard-coded MMIO, confirmed addresses only → needs discovery/quirk mechanism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Polling capture path — an interrupt-backed path would suit high-rate event streams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The PHC is a software clock model on ART; the oscillator itself is not steered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Polarity rests on one bit of external truth: cold states the driver never saw need one external observation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Future: more platforms, interrupt support, evaluate a subset for upstream Linux 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20095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1F8A70"/>
                </a:solidFill>
                <a:latin typeface="Consolas"/>
              </a:rPr>
              <a:t>github.com/ahmadexp/TGPIO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  — driver, build tooling, measurement scripts, wiki documentation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102A43"/>
                </a:solidFill>
                <a:latin typeface="Calibri"/>
              </a:rPr>
              <a:t>TGPIO Non-Commercial License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Free for personal, academic, research, teaching, and evaluation use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1" i="0">
                <a:solidFill>
                  <a:srgbClr val="B03A2E"/>
                </a:solidFill>
                <a:latin typeface="Calibri"/>
              </a:rPr>
              <a:t>Commercial use requires the prior written permission of the author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     –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MODULE_LICENSE stays GPL-compatible solely for kernel symbol gating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02A43"/>
                </a:solidFill>
                <a:latin typeface="Calibri"/>
              </a:rPr>
              <a:t>Reproducibility: scripted headless logic-analyzer captures and analysis included in the repo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gpi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914400"/>
            <a:ext cx="3918857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651760"/>
            <a:ext cx="10362895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Hidden silicon → usable physical time</a:t>
            </a:r>
          </a:p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000" b="0" i="0">
                <a:solidFill>
                  <a:srgbClr val="F2F5F8"/>
                </a:solidFill>
                <a:latin typeface="Calibri"/>
              </a:rPr>
              <a:t>A firmware-undeclared timed I/O block, driven through the standard PTP interface,</a:t>
            </a:r>
          </a:p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000" b="0" i="0">
                <a:solidFill>
                  <a:srgbClr val="F2F5F8"/>
                </a:solidFill>
                <a:latin typeface="Calibri"/>
              </a:rPr>
              <a:t>holds an atomic PPS reference within 100 ns — comparable to a dedicated timing card.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3628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Thank you — questions?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600" b="0" i="0">
                <a:solidFill>
                  <a:srgbClr val="1F8A70"/>
                </a:solidFill>
                <a:latin typeface="Consolas"/>
              </a:rPr>
              <a:t>Ahmad Byagowi  ·  ahmadexp@gmail.com  ·  github.com/ahmadexp/TGPIO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